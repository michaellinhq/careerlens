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CareerLens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FDBFE"/>
                </a:solidFill>
                <a:latin typeface="Calibri"/>
              </a:defRPr>
            </a:pPr>
            <a:r>
              <a:t>KI-gesteuerte Skill-Transformationsplattform für Ingenieure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Calibri"/>
              </a:defRPr>
            </a:pPr>
            <a:r>
              <a:t>Geschäftsplan · 2026</a:t>
            </a:r>
          </a:p>
          <a:p>
            <a:pPr>
              <a:spcBef>
                <a:spcPts val="6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FDBFE"/>
                </a:solidFill>
                <a:latin typeface="Calibri"/>
              </a:defRPr>
            </a:pPr>
            <a:r>
              <a:t>Michael Lin (林海青) · 10+ Jahre Automotive Quality Management bei Magna</a:t>
            </a:r>
          </a:p>
          <a:p>
            <a:pPr>
              <a:spcBef>
                <a:spcPts val="6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Kontakt: michaellinhq@gmail.com · github.com/michaellinhq/careerlens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Problem: Ingenieure erleben eine beispiellose Qualifikationskrise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🇩🇪 Deutschland: 300.000+ Autoindustrie-Arbeiter bedroht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VW: 30.000 · Continental: 7.000 · ZF: 12.000 Stellenabbau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Traditionelle Verbrenner-Skills verlieren rapide an Wert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BA investiert Milliarden jährlich in Umschulung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Aber veraltete Tools: Papierfragebögen + 30-Sekunden-CV-Check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49377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🇨🇳 China: 10 Mio.+ erfahrene Ingenieure in Karrierekrise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Industrie-PMI schrumpft, „35-Jahre-Krise" verschärft sich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280 Mio. Freelancer ohne Transformationsberatung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KI-Risiko: Traditionelle QA/Test-Jobs zuerst betroffen</a:t>
            </a:r>
          </a:p>
          <a:p>
            <a:pPr>
              <a:spcBef>
                <a:spcPts val="10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Bestehende Plattformen (LinkedIn/StepStone) vermitteln nur, transformieren nicht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Kernproblem: Millionen Ingenieure haben transferierbare Skills, wissen aber nicht, dass sie nur 1-3 Skills von einer neuen Karriere entfernt sind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Lösung: KI-gesteuerte „Talent-Mismatch-Repair-Engine"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CareerLens ist keine Jobbörse. Wir reparieren den Skill-Job-Mismatch und machen Transformationspfade präzise bis auf den Tag.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Page 1: Wer bin ich?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CV→KI-Profil→Vital Signs→Superposition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Page 2: Wohin?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6576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9 Branchen × 60+ Rollen → Zielauswahl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Page 3: Wie?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Skills→Tools→Zertifikate→GitHub-Engineering-Challenge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2860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Page 4: Los!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36576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CN/DE-Karte→Städte→Unternehmen→Stellenangebote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Kerninnovation: „Kompetenz-Superposition"-Analyse-Engine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LinkedIn sagt „Du passt zu diesem Job". CareerLens sagt „Du bist nur 1 Skill von einer neuen Identität entfernt".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Beispiel: Ein bei VW entlassener Maschinenbauingenieur</a:t>
            </a:r>
          </a:p>
          <a:p>
            <a:pPr>
              <a:spcBef>
                <a:spcPts val="800"/>
              </a:spcBef>
              <a:defRPr sz="1300" b="0">
                <a:solidFill>
                  <a:srgbClr val="475569"/>
                </a:solidFill>
                <a:latin typeface="Calibri"/>
              </a:defRPr>
            </a:pPr>
            <a:r>
              <a:t>Vorhandene Skills: FMEA, SPC, CATIA V5, GD&amp;T, VDA 6.3, Lean Manufacturing</a:t>
            </a:r>
          </a:p>
          <a:p>
            <a:pPr>
              <a:spcBef>
                <a:spcPts val="600"/>
              </a:spcBef>
              <a:defRPr sz="8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defRPr sz="1500" b="1">
                <a:solidFill>
                  <a:srgbClr val="2563EB"/>
                </a:solidFill>
                <a:latin typeface="Calibri"/>
              </a:defRPr>
            </a:pPr>
            <a:r>
              <a:t>⚛ Superposition-Analyseergebnis:</a:t>
            </a:r>
          </a:p>
          <a:p>
            <a:pPr>
              <a:spcBef>
                <a:spcPts val="600"/>
              </a:spcBef>
              <a:defRPr sz="4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Option A: +ISO 13485 → Medical Device Quality Engineer</a:t>
            </a:r>
          </a:p>
          <a:p>
            <a:pPr>
              <a:spcBef>
                <a:spcPts val="20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KI-Risiko: 72%→18% | Gehalt: +35% | Training: 4 Wochen | Wachstum: 🔥Hoch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Option B: +BMS+Batteriesicherheit → EV-Batterietestingenieur</a:t>
            </a:r>
          </a:p>
          <a:p>
            <a:pPr>
              <a:spcBef>
                <a:spcPts val="20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KI-Risiko: 72%→15% | Gehalt: +42% | Training: 6 Wochen | Wachstum: 🔥Hoch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Option C: +ROS2+Vision → Robotik-Qualitätsingenieur</a:t>
            </a:r>
          </a:p>
          <a:p>
            <a:pPr>
              <a:spcBef>
                <a:spcPts val="200"/>
              </a:spcBef>
              <a:defRPr sz="1100" b="0">
                <a:solidFill>
                  <a:srgbClr val="059669"/>
                </a:solidFill>
                <a:latin typeface="Calibri"/>
              </a:defRPr>
            </a:pPr>
            <a:r>
              <a:t>KI-Risiko: 72%→8% | Gehalt: +55% | Training: 8 Wochen | Wachstum: 🔥Hoch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Drei-Phasen-Strategie: Tool → Kanal → Kredit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00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Phase 1: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2026 Q2-Q4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Kostenlose Skill-Analyse + Superposition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Open Source Core für Vertrauen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Nutzerdaten + Branchenwissen sammeln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Ziel: 10.000 Registrierungen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00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Phase 2: Kanal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2027 Q1-Q4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BA/KURSNET-API → Kursmatching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Trainingsprovisionen (€200-600/Vermittlung)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Vector/TÜV Zertifizierungspartner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Ziel: BA-Pilotvertrag + €10K+/Monat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200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737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Calibri"/>
              </a:defRPr>
            </a:pPr>
            <a:r>
              <a:t>Phase 3: Kredit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2028+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GitHub-Engineering-Challenge → Zertifizierung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Direktvermittlung an Unternehmen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Skill-Datenreports für Behörden</a:t>
            </a:r>
          </a:p>
          <a:p>
            <a:pPr>
              <a:spcBef>
                <a:spcPts val="8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Ziel: „Globale Engineer Skill Exchange"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Geschäftsmodell: Drei Einnahmequellen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32004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🏛 B2G: Regierungsaufträge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Arbeitsamt (BA) Bildungsgutschein-System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Assessment-Gebühr €50-200/Person oder Jahreslizenz €100K-500K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Direkter Kontakt zu BA-Führungskraft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300.000+ arbeitslose Automobilarbeiter = riesiger Markt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Potenzieller Jahresumsatz: €100K-500K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004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🏢 B2B: Trainingsprovisionen + Unternehmensservice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Trainingsprovisionen: 10-20% (€200-600/Vermittlung)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Vector/TÜV Zertifizierungsprovisionen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Direktvermittlung: Erfolgsgebühr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Skill-Reports für Trainingsanbieter und Headhunter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120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Potenzieller Jahresumsatz: €60K-120K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463040"/>
            <a:ext cx="32004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👤 B2C: Premium-Services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1031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KI-Karrierebericht: €15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Experten-Code-Review: €45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1v1 Beratung: €45</a:t>
            </a:r>
          </a:p>
          <a:p>
            <a:pPr>
              <a:spcBef>
                <a:spcPts val="8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Gold-Engineering-Zertifizierung: €150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5120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Potenzieller Jahresumsatz: €35K-100K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12-Monats-Umsatzziel: €200K-700K (konservatives Szenario basierend auf einem BA-Pilotvertrag)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Wettbewerbsvorteil: Warum ist das nicht kopierbar?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⚛ Superpositions-Algorithmus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745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Erfordert tiefes branchenübergreifendes Ingenieurwissen. KI allein kann 10 Jahre Branchenerfahrung nicht ersetzen.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📊 Experten-Daten-Flywheel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Mehr Nutzer → mehr Experten-Feedback → präzisere Pfade → mehr Nutzer. Dieses Daten-Asset wächst exponentiell.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🏛 Regierungsbeziehungen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Direkter Kontakt zu BA-Führungskraft. Regierungsbeschaffung erfordert hohes Vertrauen und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6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🔬 Engineering-Credit-System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920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GitHub-Challenge + Hidden Tests + Experten-Verteidigung = unfälschbarer Kompetenznachweis. LinkedIn kann das nicht – es ist Social, nicht Engineering.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8640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🌏 Dual-Market-Positionierung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8978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Gleichzeitig CN + DE Fertigungsmarkt. Wettbewerber bedienen nur einen. Gründer ist zweisprachig mit Marktkenntnis in beiden.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Endvision: „Global Engineer Skill Asset Exchange"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Code is the only truth — der Code ist die einzige Wahrheit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🥉 Bronze: KI-Analyse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Kostenlos · Sofort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CV→KI-Profil→Superposition</a:t>
            </a:r>
            <a:br/>
            <a:r>
              <a:t>Referenzinfo, kein Nachweis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2004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🥈 Silber: Projekt abgeschlossen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Kostenlos · Zeitinvestment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Fork Template→Code→Hidden Tests bestehen</a:t>
            </a:r>
            <a:br/>
            <a:r>
              <a:t>„Diese Person hat wirklich programmiert"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286000"/>
            <a:ext cx="3200400" cy="393192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🥇 Gold: Experten-Verifizierung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97706"/>
                </a:solidFill>
                <a:latin typeface="Calibri"/>
              </a:defRPr>
            </a:pPr>
            <a:r>
              <a:t>Kostenpflichtig · Exklusiv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338328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Silber + 30min mündliche Verteidigung</a:t>
            </a:r>
            <a:br/>
            <a:r>
              <a:t>Von Branchenexperten geprüft</a:t>
            </a:r>
            <a:br/>
            <a:r>
              <a:t>„Unfälschbarer Engineering-Nachweis"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Marktgröße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563EB"/>
                </a:solidFill>
                <a:latin typeface="Calibri"/>
              </a:defRPr>
            </a:pPr>
            <a:r>
              <a:t>TAM (Total Addressable Market)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 Bildungsgutschein: €7 Mrd./Jahr | CN Berufsbildung: €14+ Mrd./Jahr</a:t>
            </a:r>
          </a:p>
          <a:p>
            <a:pPr>
              <a:spcBef>
                <a:spcPts val="4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563EB"/>
                </a:solidFill>
                <a:latin typeface="Calibri"/>
              </a:defRPr>
            </a:pPr>
            <a:r>
              <a:t>SAM (Serviceable Addressable Market)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 Auto+Fertigung: 300K×€2.000 Durchschnitt | CN Fertigung: 5 Mio.×€700</a:t>
            </a:r>
          </a:p>
          <a:p>
            <a:pPr>
              <a:spcBef>
                <a:spcPts val="4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563EB"/>
                </a:solidFill>
                <a:latin typeface="Calibri"/>
              </a:defRPr>
            </a:pPr>
            <a:r>
              <a:t>SOM (Serviceable Obtainable Market)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1 BA-Regionalvertrag (€100-500K) + Provisionen (€60-120K) + B2C (€35-100K)</a:t>
            </a:r>
          </a:p>
          <a:p>
            <a:pPr>
              <a:spcBef>
                <a:spcPts val="400"/>
              </a:spcBef>
              <a:defRPr sz="1200" b="0">
                <a:solidFill>
                  <a:srgbClr val="475569"/>
                </a:solidFill>
                <a:latin typeface="Calibri"/>
              </a:defRPr>
            </a:pPr>
            <a:r>
              <a:t>1 BA-Regionalvertrag (€100-500K) + Provisionen (€60-120K) + B2C (€35-100K)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Produktdemo: Transformationspfad eines arbeitslosen Ingenieurs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08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CV hochladen (PDF/Text)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745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KI erkennt: FMEA, SPC, CATIA, VDA 6.3 etc.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Karriere-Vitalzeichen sofort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80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KI-Risiko: 62% | Skill-Decay: -15%/Jahr | München-Schätzung: €55-72K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520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Superposition zeigt „versteckte Identität"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862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„+1 Skill (ISO 13485) → Medical Device QE, Gehalt +35%"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8056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526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Ein-Klick-Plan → Aktionspfad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8920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Skills + Tools + Zertifikate + GitHub-Challenge → Engineering Credit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486400"/>
            <a:ext cx="10332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532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Marktkarte → Direkt bewerben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897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Siemens Healthineers München sucht → mit Engineering Credit direkt bewerben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24688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2026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Abgeschlossen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4-Seiten-Funnel MVP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Superpositions-Engine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9 Branchen × 60+ Rollen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KI-Integration (Qwen)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Multi-Input CV (PDF/DOCX)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463040"/>
            <a:ext cx="24688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2026 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In Arbeit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Automotive-Daten vertiefen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GitHub-Challenge-Templates (3)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BA-Pitch + Pilotvorschlag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CN-Community in DE Marketing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24688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2026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7706"/>
                </a:solidFill>
                <a:latin typeface="Calibri"/>
              </a:defRPr>
            </a:pPr>
            <a:r>
              <a:t>Geplant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KURSNET-API-Integration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Supabase Backend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Experten-Feedback-System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BA-Regionalpilot 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24688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75569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Engineering-Credit-System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Direktvermittlung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Branchen-Skill-Reports</a:t>
            </a:r>
          </a:p>
          <a:p>
            <a:pPr>
              <a:spcBef>
                <a:spcPts val="600"/>
              </a:spcBef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Expansion: IT/Finance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 &amp; Ressourcen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937760" cy="32004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Gründer: Michael Lin (林海青)</a:t>
            </a:r>
          </a:p>
          <a:p>
            <a:pPr>
              <a:spcBef>
                <a:spcPts val="8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10+ Jahre Automotive Quality bei Magna</a:t>
            </a:r>
          </a:p>
          <a:p>
            <a:pPr>
              <a:spcBef>
                <a:spcPts val="8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IATF 16949 Lead Auditor / VDA 6.3</a:t>
            </a:r>
          </a:p>
          <a:p>
            <a:pPr>
              <a:spcBef>
                <a:spcPts val="8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Zweisprachig CN/DE, tief im DE-Fertigungssektor</a:t>
            </a:r>
          </a:p>
          <a:p>
            <a:pPr>
              <a:spcBef>
                <a:spcPts val="8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Full-Stack: React/Next.js/TypeScript/KI</a:t>
            </a:r>
          </a:p>
          <a:p>
            <a:pPr>
              <a:spcBef>
                <a:spcPts val="8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Direkter BA-Führungskontakt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4937760" cy="32004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Was wir brauchen</a:t>
            </a:r>
          </a:p>
          <a:p>
            <a:pPr>
              <a:spcBef>
                <a:spcPts val="10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BA-Pilotkooperation: 1 Region, 3 Monate</a:t>
            </a:r>
          </a:p>
          <a:p>
            <a:pPr>
              <a:spcBef>
                <a:spcPts val="10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Trainingspartner: Vector / TÜV / AZAV-Träger</a:t>
            </a:r>
          </a:p>
          <a:p>
            <a:pPr>
              <a:spcBef>
                <a:spcPts val="10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Branchenexperten: 3-5 Senior Engineers für Pfadvalidierung</a:t>
            </a:r>
          </a:p>
          <a:p>
            <a:pPr>
              <a:spcBef>
                <a:spcPts val="1000"/>
              </a:spcBef>
              <a:defRPr sz="1200" b="0">
                <a:solidFill>
                  <a:srgbClr val="BFDBFE"/>
                </a:solidFill>
                <a:latin typeface="Calibri"/>
              </a:defRPr>
            </a:pPr>
            <a:r>
              <a:t>• CN-Community-Kanäle: Social Media / WeChat / Fachverbände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CareerLens — Zeige jedem Ingenieur seine „verborgene Identität"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careerlens.pages.dev · github.com/michaellinhq/careerlens · michaellinhq@gmail.com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